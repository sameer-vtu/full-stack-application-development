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sldIdLst>
    <p:sldId id="256" r:id="rId3"/>
    <p:sldId id="257" r:id="rId4"/>
    <p:sldId id="258" r:id="rId5"/>
    <p:sldId id="271" r:id="rId6"/>
    <p:sldId id="259" r:id="rId7"/>
    <p:sldId id="261" r:id="rId8"/>
    <p:sldId id="262" r:id="rId9"/>
    <p:sldId id="263" r:id="rId10"/>
    <p:sldId id="264" r:id="rId11"/>
    <p:sldId id="266" r:id="rId12"/>
    <p:sldId id="269" r:id="rId13"/>
    <p:sldId id="267" r:id="rId14"/>
    <p:sldId id="268" r:id="rId15"/>
    <p:sldId id="273"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A1B6DF-F62C-46DF-8E14-096FCE88F1CB}" v="48" dt="2026-04-19T12:49:32.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48" d="100"/>
          <a:sy n="48" d="100"/>
        </p:scale>
        <p:origin x="78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2125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89787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32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2952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08501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40536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8262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22069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507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19870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754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32780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391421" y="3771636"/>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SAMEER TONDUR – VTU25541 – 23UECS0503.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7971413"/>
          </a:xfrm>
          <a:prstGeom prst="rect">
            <a:avLst/>
          </a:prstGeom>
          <a:noFill/>
        </p:spPr>
        <p:txBody>
          <a:bodyPr wrap="square" rtlCol="0">
            <a:spAutoFit/>
          </a:bodyPr>
          <a:lstStyle/>
          <a:p>
            <a:endParaRPr lang="en-US" sz="2800" dirty="0"/>
          </a:p>
          <a:p>
            <a:pPr algn="just"/>
            <a:endParaRPr lang="en-US" sz="3600" dirty="0"/>
          </a:p>
          <a:p>
            <a:r>
              <a:rPr lang="en-US" sz="2800" dirty="0"/>
              <a:t>In many colleges, event management is handled manually or through scattered platforms, leading to poor communication, inefficient registration, data errors, and lack of centralized information. This makes it difficult for students to discover events and for administrators to manage them effectively.</a:t>
            </a:r>
          </a:p>
          <a:p>
            <a:r>
              <a:rPr lang="en-US" sz="2800" dirty="0"/>
              <a:t>The </a:t>
            </a:r>
            <a:r>
              <a:rPr lang="en-US" sz="2800" b="1" dirty="0"/>
              <a:t>Smart Campus Event Management System</a:t>
            </a:r>
            <a:r>
              <a:rPr lang="en-US" sz="2800" dirty="0"/>
              <a:t> solves these issues by providing a centralized, secure, and user-friendly platform for managing events, registrations, and communication in a streamlined and paperless manner.</a:t>
            </a:r>
          </a:p>
          <a:p>
            <a:br>
              <a:rPr lang="en-US" sz="2800" dirty="0"/>
            </a:b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844115"/>
            <a:ext cx="16306800"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indent="-571500" eaLnBrk="0" fontAlgn="base" hangingPunct="0">
              <a:spcBef>
                <a:spcPct val="0"/>
              </a:spcBef>
              <a:spcAft>
                <a:spcPct val="0"/>
              </a:spcAft>
              <a:buFont typeface="Arial" panose="020B0604020202020204" pitchFamily="34" charset="0"/>
              <a:buChar char="•"/>
            </a:pPr>
            <a:r>
              <a:rPr lang="en-IN" sz="4000" dirty="0"/>
              <a:t>To automate processes like OTP verification, email notifications, and QR code generation.</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0A2023E-BDEA-5928-FB3C-943C66F40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485900"/>
            <a:ext cx="13411200" cy="7315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DC70162-D776-15B8-5299-37AFDFD75F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2475171"/>
            <a:ext cx="13411200" cy="731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2.H2 Console</a:t>
            </a:r>
          </a:p>
          <a:p>
            <a:endParaRPr lang="en-US" sz="2800" dirty="0"/>
          </a:p>
          <a:p>
            <a:r>
              <a:rPr lang="en-US" sz="2800" dirty="0">
                <a:solidFill>
                  <a:srgbClr val="0033CC"/>
                </a:solidFill>
              </a:rPr>
              <a:t>Tools:</a:t>
            </a:r>
          </a:p>
          <a:p>
            <a:endParaRPr lang="en-US" sz="2800" dirty="0">
              <a:solidFill>
                <a:srgbClr val="0033CC"/>
              </a:solidFill>
            </a:endParaRPr>
          </a:p>
          <a:p>
            <a:r>
              <a:rPr lang="en-US" sz="2800" dirty="0"/>
              <a:t>1.VS-Code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H2 Console.</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8710077"/>
          </a:xfrm>
          <a:prstGeom prst="rect">
            <a:avLst/>
          </a:prstGeom>
          <a:noFill/>
        </p:spPr>
        <p:txBody>
          <a:bodyPr wrap="square" rtlCol="0">
            <a:spAutoFit/>
          </a:bodyPr>
          <a:lstStyle/>
          <a:p>
            <a:r>
              <a:rPr lang="en-US" sz="2800" dirty="0">
                <a:solidFill>
                  <a:srgbClr val="0033CC"/>
                </a:solidFill>
              </a:rPr>
              <a:t>Login Page:</a:t>
            </a: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This is the page where user and admin can login into the website by entering the </a:t>
            </a:r>
            <a:r>
              <a:rPr lang="en-US" sz="2800" dirty="0" err="1"/>
              <a:t>ID,password</a:t>
            </a:r>
            <a:r>
              <a:rPr lang="en-US" sz="2800" dirty="0"/>
              <a:t>.</a:t>
            </a:r>
          </a:p>
          <a:p>
            <a:pPr marL="457200" indent="-457200">
              <a:buFontTx/>
              <a:buChar char="-"/>
            </a:pPr>
            <a:endParaRPr lang="en-IN" sz="2800" dirty="0"/>
          </a:p>
        </p:txBody>
      </p:sp>
      <p:pic>
        <p:nvPicPr>
          <p:cNvPr id="5" name="Picture 4">
            <a:extLst>
              <a:ext uri="{FF2B5EF4-FFF2-40B4-BE49-F238E27FC236}">
                <a16:creationId xmlns:a16="http://schemas.microsoft.com/office/drawing/2014/main" id="{BBE68BAB-2C7E-D4E9-B9A2-7FAA40B0F50D}"/>
              </a:ext>
            </a:extLst>
          </p:cNvPr>
          <p:cNvPicPr>
            <a:picLocks noChangeAspect="1"/>
          </p:cNvPicPr>
          <p:nvPr/>
        </p:nvPicPr>
        <p:blipFill>
          <a:blip r:embed="rId3"/>
          <a:stretch>
            <a:fillRect/>
          </a:stretch>
        </p:blipFill>
        <p:spPr>
          <a:xfrm>
            <a:off x="2199156" y="2090462"/>
            <a:ext cx="14258256" cy="665283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9571851"/>
          </a:xfrm>
          <a:prstGeom prst="rect">
            <a:avLst/>
          </a:prstGeom>
          <a:noFill/>
        </p:spPr>
        <p:txBody>
          <a:bodyPr wrap="square" rtlCol="0">
            <a:spAutoFit/>
          </a:bodyPr>
          <a:lstStyle/>
          <a:p>
            <a:r>
              <a:rPr lang="en-US" sz="2800" dirty="0">
                <a:solidFill>
                  <a:srgbClr val="0033CC"/>
                </a:solidFill>
              </a:rPr>
              <a:t>Home Page :</a:t>
            </a: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solidFill>
                <a:srgbClr val="0033CC"/>
              </a:solidFill>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This is the page where the events are assembled and we can register them.</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9A4EC587-D3D3-B055-4B19-487F5E2C1B64}"/>
              </a:ext>
            </a:extLst>
          </p:cNvPr>
          <p:cNvPicPr>
            <a:picLocks noChangeAspect="1"/>
          </p:cNvPicPr>
          <p:nvPr/>
        </p:nvPicPr>
        <p:blipFill>
          <a:blip r:embed="rId3"/>
          <a:stretch>
            <a:fillRect/>
          </a:stretch>
        </p:blipFill>
        <p:spPr>
          <a:xfrm>
            <a:off x="2198913" y="2370728"/>
            <a:ext cx="14456393" cy="625290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3779"/>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marL="0" marR="0" lvl="0" indent="0" algn="ctr" defTabSz="914400" rtl="0" eaLnBrk="1" fontAlgn="auto" latinLnBrk="0" hangingPunct="1">
                <a:lnSpc>
                  <a:spcPts val="2380"/>
                </a:lnSpc>
                <a:spcBef>
                  <a:spcPct val="0"/>
                </a:spcBef>
                <a:spcAft>
                  <a:spcPts val="0"/>
                </a:spcAft>
                <a:buClrTx/>
                <a:buSzTx/>
                <a:buFontTx/>
                <a:buNone/>
                <a:tabLst/>
                <a:defRPr/>
              </a:pPr>
              <a:r>
                <a:rPr kumimoji="0" lang="en-US" sz="1700" b="0" i="0" u="none" strike="noStrike" kern="1200" cap="none" spc="0" normalizeH="0" baseline="0" noProof="0">
                  <a:ln>
                    <a:noFill/>
                  </a:ln>
                  <a:solidFill>
                    <a:srgbClr val="191919"/>
                  </a:solidFill>
                  <a:effectLst/>
                  <a:uLnTx/>
                  <a:uFillTx/>
                  <a:latin typeface="Gotham"/>
                  <a:ea typeface="Gotham"/>
                  <a:cs typeface="Gotham"/>
                  <a:sym typeface="Gotham"/>
                </a:rPr>
                <a:t>9</a:t>
              </a:r>
            </a:p>
          </p:txBody>
        </p:sp>
      </p:gr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630679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IMPLEMENTATION SCREENSHOTS</a:t>
            </a:r>
            <a:endParaRPr kumimoji="0" lang="en-IN" sz="48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64133" y="1600443"/>
            <a:ext cx="5257800" cy="4832092"/>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Admin Login Page</a:t>
            </a: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IN"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8C669F5E-D683-06DA-6F1A-B1A71266369B}"/>
              </a:ext>
            </a:extLst>
          </p:cNvPr>
          <p:cNvSpPr txBox="1"/>
          <p:nvPr/>
        </p:nvSpPr>
        <p:spPr>
          <a:xfrm>
            <a:off x="11441822" y="1697977"/>
            <a:ext cx="5257800" cy="4832092"/>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User Login Page</a:t>
            </a: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endParaRPr kumimoji="0" lang="en-IN" sz="2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5" name="Straight Connector 4">
            <a:extLst>
              <a:ext uri="{FF2B5EF4-FFF2-40B4-BE49-F238E27FC236}">
                <a16:creationId xmlns:a16="http://schemas.microsoft.com/office/drawing/2014/main" id="{5E692DFD-6E98-89D6-2A9C-89F636006C8F}"/>
              </a:ext>
            </a:extLst>
          </p:cNvPr>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2D56D13-7700-1344-B0CD-4F18FB7953CC}"/>
              </a:ext>
            </a:extLst>
          </p:cNvPr>
          <p:cNvPicPr>
            <a:picLocks noChangeAspect="1"/>
          </p:cNvPicPr>
          <p:nvPr/>
        </p:nvPicPr>
        <p:blipFill>
          <a:blip r:embed="rId2"/>
          <a:stretch>
            <a:fillRect/>
          </a:stretch>
        </p:blipFill>
        <p:spPr>
          <a:xfrm>
            <a:off x="2141709" y="3348858"/>
            <a:ext cx="6782388" cy="5776461"/>
          </a:xfrm>
          <a:prstGeom prst="rect">
            <a:avLst/>
          </a:prstGeom>
        </p:spPr>
      </p:pic>
      <p:pic>
        <p:nvPicPr>
          <p:cNvPr id="38" name="Picture 37">
            <a:extLst>
              <a:ext uri="{FF2B5EF4-FFF2-40B4-BE49-F238E27FC236}">
                <a16:creationId xmlns:a16="http://schemas.microsoft.com/office/drawing/2014/main" id="{F8E4CB6D-65EB-7D24-2553-3A4D3F893D68}"/>
              </a:ext>
            </a:extLst>
          </p:cNvPr>
          <p:cNvPicPr>
            <a:picLocks noChangeAspect="1"/>
          </p:cNvPicPr>
          <p:nvPr/>
        </p:nvPicPr>
        <p:blipFill>
          <a:blip r:embed="rId3"/>
          <a:stretch>
            <a:fillRect/>
          </a:stretch>
        </p:blipFill>
        <p:spPr>
          <a:xfrm>
            <a:off x="10749193" y="3578711"/>
            <a:ext cx="5121084" cy="53116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85A2C765-3841-7627-D9D4-3C24A355401B}"/>
              </a:ext>
            </a:extLst>
          </p:cNvPr>
          <p:cNvPicPr>
            <a:picLocks noChangeAspect="1"/>
          </p:cNvPicPr>
          <p:nvPr/>
        </p:nvPicPr>
        <p:blipFill>
          <a:blip r:embed="rId3"/>
          <a:stretch>
            <a:fillRect/>
          </a:stretch>
        </p:blipFill>
        <p:spPr>
          <a:xfrm>
            <a:off x="1870048" y="1824560"/>
            <a:ext cx="7426351" cy="6988146"/>
          </a:xfrm>
          <a:prstGeom prst="rect">
            <a:avLst/>
          </a:prstGeom>
        </p:spPr>
      </p:pic>
      <p:pic>
        <p:nvPicPr>
          <p:cNvPr id="6" name="Picture 5">
            <a:extLst>
              <a:ext uri="{FF2B5EF4-FFF2-40B4-BE49-F238E27FC236}">
                <a16:creationId xmlns:a16="http://schemas.microsoft.com/office/drawing/2014/main" id="{31896253-A504-FB21-FF96-315A23676776}"/>
              </a:ext>
            </a:extLst>
          </p:cNvPr>
          <p:cNvPicPr>
            <a:picLocks noChangeAspect="1"/>
          </p:cNvPicPr>
          <p:nvPr/>
        </p:nvPicPr>
        <p:blipFill>
          <a:blip r:embed="rId4"/>
          <a:stretch>
            <a:fillRect/>
          </a:stretch>
        </p:blipFill>
        <p:spPr>
          <a:xfrm>
            <a:off x="10033020" y="2015465"/>
            <a:ext cx="7426350" cy="679724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4F2BA-FD67-88B5-D00A-FB42DF0E42BE}"/>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E523E47-FF12-EB4F-CE4E-15E2BD90E35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0BF7AEA-D128-304C-183A-EB3077D12D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E5B44C9-58D3-B109-89D1-E8FFD2315F0E}"/>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74E56993-8907-140B-5665-32E2F0E72519}"/>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11C3DB8-7383-8D70-BB09-1A750F2C0F8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C6851A8C-42BC-3992-679E-AF3EB93D8C8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7FC4CA35-A97E-BE99-FA00-97839403BA62}"/>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06C0D29F-FB0D-BB96-D4AE-A8C22A8CB3E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DFDBF821-9269-FB5A-0458-881A0E029C5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4DA79A4-C081-806C-6C3A-C91A9D054D4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5FDCDD9-077E-974D-5AC5-094EB0F0F9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0BD027CC-442F-A18F-1E78-2F68E60EBF6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D8743EF0-28DB-F432-0FD1-1CA6C5202E92}"/>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36A8DF1-B551-FE2A-F144-BEB434B06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561A89A0-58F9-057C-6EDE-74C4F5446F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AF53D3D6-9FBD-55E1-7943-DBF89C0B7FD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7FF8775B-97DF-7420-5EFD-8EB72B3097B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E0800F5-9605-6E15-B0D5-CC1C1DEF93A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56835700-6327-3DF6-F246-625A9BB811E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045791B-6506-76B9-2340-8EB2633D35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8D1A950-C54D-5AC4-4D6C-4E7E3BDFD21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76B9CD8-6827-A492-006D-876430D4A63E}"/>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DE122907-AE55-D4AB-0A97-62A51C31AE4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1A2A6DCC-7E15-52F6-783E-563DE4EDE04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B6F1BAB-47A0-DD22-93AF-14EAB24A610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D7F4897-BA88-6C0E-DA58-A9E65DADA3C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67B0E0F-78E1-D4C5-BB5E-6866A52ABF0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DA9535A-AF12-0C77-A819-68E316B95B01}"/>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B3566A7-7E62-ED9D-5F2B-3D6E594172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966596B-4DE4-21F6-F8EB-0B1F9C6C8A9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D65E6BB-7A3E-1F80-BE43-504A3408DC11}"/>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4CC6DFF-6FEB-8F4B-CAF5-E76C7611A2E6}"/>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83177DF-34AF-881C-BCB8-8B1D28F88137}"/>
              </a:ext>
            </a:extLst>
          </p:cNvPr>
          <p:cNvSpPr txBox="1"/>
          <p:nvPr/>
        </p:nvSpPr>
        <p:spPr>
          <a:xfrm>
            <a:off x="2209800" y="1638300"/>
            <a:ext cx="15082325" cy="6124754"/>
          </a:xfrm>
          <a:prstGeom prst="rect">
            <a:avLst/>
          </a:prstGeom>
          <a:noFill/>
        </p:spPr>
        <p:txBody>
          <a:bodyPr wrap="square" rtlCol="0">
            <a:spAutoFit/>
          </a:bodyPr>
          <a:lstStyle/>
          <a:p>
            <a:pPr marL="457200" indent="-457200">
              <a:buFontTx/>
              <a:buChar char="-"/>
            </a:pPr>
            <a:r>
              <a:rPr lang="en-US" sz="2800" dirty="0"/>
              <a:t>Database  Screenshot</a:t>
            </a:r>
          </a:p>
          <a:p>
            <a:r>
              <a:rPr lang="en-US" sz="2800" dirty="0"/>
              <a:t>All Tables screenshot with sample data</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AD806416-EE9C-C297-4E3A-0AA5F0528C85}"/>
              </a:ext>
            </a:extLst>
          </p:cNvPr>
          <p:cNvPicPr>
            <a:picLocks noChangeAspect="1"/>
          </p:cNvPicPr>
          <p:nvPr/>
        </p:nvPicPr>
        <p:blipFill>
          <a:blip r:embed="rId2"/>
          <a:stretch>
            <a:fillRect/>
          </a:stretch>
        </p:blipFill>
        <p:spPr>
          <a:xfrm>
            <a:off x="1995820" y="1672289"/>
            <a:ext cx="14296359" cy="6942422"/>
          </a:xfrm>
          <a:prstGeom prst="rect">
            <a:avLst/>
          </a:prstGeom>
        </p:spPr>
      </p:pic>
    </p:spTree>
    <p:extLst>
      <p:ext uri="{BB962C8B-B14F-4D97-AF65-F5344CB8AC3E}">
        <p14:creationId xmlns:p14="http://schemas.microsoft.com/office/powerpoint/2010/main" val="812851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417415"/>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H2 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1030</TotalTime>
  <Words>850</Words>
  <Application>Microsoft Office PowerPoint</Application>
  <PresentationFormat>Custom</PresentationFormat>
  <Paragraphs>381</Paragraphs>
  <Slides>16</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Gotham</vt:lpstr>
      <vt:lpstr>Cambria</vt:lpstr>
      <vt:lpstr>Calibri</vt:lpstr>
      <vt:lpstr>Arial</vt:lpstr>
      <vt:lpstr>Times New Roman</vt:lpstr>
      <vt:lpstr>Bookman Old Style</vt:lpstr>
      <vt:lpstr>Gotham Bold Italics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tondursameer@gmail.com</cp:lastModifiedBy>
  <cp:revision>19</cp:revision>
  <dcterms:created xsi:type="dcterms:W3CDTF">2006-08-16T00:00:00Z</dcterms:created>
  <dcterms:modified xsi:type="dcterms:W3CDTF">2026-05-05T20:24:16Z</dcterms:modified>
  <dc:identifier>DAHCaYqJ9OU</dc:identifier>
</cp:coreProperties>
</file>